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ivebuy.com/kontak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4000" y="1512000"/>
            <a:ext cx="10824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1FF45"/>
                </a:solidFill>
                <a:latin typeface="DM Sans"/>
              </a:rPr>
              <a:t>IMPACT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000" y="2016000"/>
            <a:ext cx="864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Frank Ruhl Libre"/>
              </a:rPr>
              <a:t>Was Hivebuy für Microdul AG bewirkt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4464000"/>
            <a:ext cx="8640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Erstellt für Aleksandar Mihajlov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Basierend auf unserem Gespräch am 01.09.2026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E3E9E7"/>
                </a:solidFill>
                <a:latin typeface="DM Sans"/>
              </a:rPr>
              <a:t>Stand: 01.09.2026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AKTUELLE OPTIMIERUNGSPOTENZIALE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17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Bestellungen laufen per E-Mail, ohne Standardprozess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Jeder Bedarf wird einzeln per Mail kommuniziert und manuell bestellt, bei ca. 50 Bestellungen pro Monat.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223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4000" y="223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243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Unterschriftsregelung nicht digital abgebildet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Wer was bestellen darf, ist definiert, die Freigabe läuft aber informell und ohne Dokumentation.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349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4000" y="349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000" y="369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Liefertermine werden manuell nachverfolgt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Auftragsbestätigungen und Terminänderungen kommen per Mail, bei Lieferzeiten bis zu sechs Monaten.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000" y="475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4000" y="475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000" y="495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Rechnungsprüfung zentral und manuell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Alle Rechnungen laufen über eine Person, auch bei kleinen Beträgen; der Abschluss erfolgt extern.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WIE OPTIMIERT HIVEBUY DEN PROZESS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Bedarfsanforderung über eine einheitliche Oberfläche, unabhängig vom Lieferanten (Intake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Screenshot, PDF oder Excel hochladen, die Artikel werden automatisch ausgelesen (Parsing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Freitextbestellung für spezialisierte und internationale Lieferanten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60 integrierte Punch-out-Kataloge, inklusive Schweizer Shops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Digitale Freigaben nach Betrag, Warengruppe und Kostenstelle (Approval Agent)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406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 per Mail oder direkt in MS Teams (MS Teams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Automatische Bestellung nach der letzten Freigabe, ohne manuellen Klick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Auftragsbestätigungen und Lieferterminupdates werden der Bestellung automatisch zugeordnet (Status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Automatischer Rechnungsabgleich, Durchbuchung ab definierten Schwellenwerten (Invoice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Kostenstellen und Innenaufträge als Pflichtfelder, ergänzt um eigene Felder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BEDARFSTRÄGER UND DEN EINKAUF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Mitarbeitende / Bedarfsträger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Bedarf in einer Oberfläche anfragen, auch bei Spezialartikeln: Screenshot oder PDF genügt (Parsing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Freigaben in MS Teams oder per Mail bestätigen, Bestellstatus selbst einsehen (MS Teams Agent, Status Agent).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Weniger Rückfragen und kein Schulungsaufwand, der Bedarf bleibt beim Bedarfsträger.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Einkauf /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Ein Weg für Katalog, Punch-out und Freitext, statt Bestellungen per Mail.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Automatische Bestellung nach der letzten Freigabe, Lieferterminupdates ordnen sich selbst zu (Status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Rund 150 manuelle Prozessschritte pro Monat entfallen, der Einkauf wird von Weiterleitungen entlastet.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FINANCE &amp; CONTROLLING UND DIE GESCHÄFTSFÜHRUNG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Finance / Controlling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Rechnungen werden automatisch mit Bestellung und Wareneingang abgeglichen (Invoice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Kostenstelle und Innenauftrag stehen bereits bei der Anforderung fest, nicht erst bei der Rechnung.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Die zentrale Prüfung beschränkt sich auf Abweichungen, der externe Aufwand sinkt.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Geschäftsführung /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Die Unterschriftsregelung liegt als digitaler Freigabepfad vor und ist nachvollziehbar (Compliance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Ausgaben je Kostenstelle sind laufend sichtbar, unabhängig vom ERP (Analytics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Kontrolle über Freigaben und Ausgaben, ohne auf die ERP-Einführung zu warten.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ZUSAMMENFASSUNG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584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72000" cy="1584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000" y="1260000"/>
            <a:ext cx="1010412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Frank Ruhl Libre"/>
              </a:rPr>
              <a:t>Hivebuy standardisiert Anforderung und Freigabe schon vor der proALPHA-Einführung, entlastet die zentrale Rechnungsprüfung und macht Ausgaben laufend sichtbar.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ZAHLENBASIS AUS DEM 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50 Bestellungen pro Monat, rund 600 pro Jahr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200 aktive Lieferanten, Lieferzeiten bis sechs Monate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100 Mitarbeitende, davon ca. 25 Nutzer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150 manuelle Prozessschritte pro Monat (annahme)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206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ANNAHMEN UND OFFENE PUNKTE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206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Kosten der externen Buchhaltung für die Rechnungsübertragung sind nicht quantifiziert.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Zeitaufwand je Bestellung und je Rechnungsprüfung wurde nicht gemessen.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Entscheidungsweg für einen Softwarekauf ist offen.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5706000"/>
            <a:ext cx="1082412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904000"/>
            <a:ext cx="758412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4540"/>
                </a:solidFill>
                <a:latin typeface="DM Sans"/>
              </a:rPr>
              <a:t>Wir melden uns im Mai 2027, sobald die proALPHA-Einführung absehbar ist.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120" y="5868000"/>
            <a:ext cx="2232000" cy="360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4540"/>
                </a:solidFill>
                <a:latin typeface="DM Sans"/>
                <a:hlinkClick r:id="rId2"/>
              </a:rPr>
              <a:t>Folgetermin vereinbaren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