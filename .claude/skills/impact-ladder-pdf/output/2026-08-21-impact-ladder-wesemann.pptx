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Wesemann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Julian Kunst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21.08.2026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21.08.2026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Positionen werden von Hand ins ERP getippt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Artikel werden aus Zeichnungen und Stücklisten herausgesucht und einzeln erfasst.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Rund 167 Stunden im Monat gehen für Erfassung weg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500 Bestellungen mal 20 Minuten, mehr als eine Vollzeitstelle.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 strukturierter Freigabeweg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Bedarfe werden informell kommuniziert, ohne feste Regeln.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Rechnungen werden ohne Bestellbezug geprüft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Die Buchhaltung prüft jede Rechnung manuell, ohne Bestellbezug.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Anforderung über eine Oberfläche für Katalog, Punch-out und Freitext (Intake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und Stücklisten hochladen, die Positionen werden in Sekunden ausgelesen (Parsing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Integrierte Punch-out-Kataloge für den Bedarf, der heute über Onlineshops läuft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Digitale Freigaben nach Wert, Warengruppe und Kostenstelle (Approval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Vorkontierung und Weiterleitung im Freigabeweg (Accounting 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Bestellung nach der letzten Freigabe, ohne manuellen Klick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Übergabe der Bestellung an das ERP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Auftragsbestätigungen und Liefertermine werden der Bestellung zugeordnet (Status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Automatischer Abgleich von Rechnung, Bestellung und Wareneingang (Invoice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Auswertung nach Warengruppe, Lieferant und Abteilung (Analytics Agent)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Stücklisten und Angebote werden hochgeladen, alle Positionen sind in 20 Sekunden ausgelesen (Parsing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Suche über Kataloge und angebundene Onlineshops an einer Stelle (Intake Agent, 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Das Heraussuchen und Eintippen von Positionen entfällt.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laufen regelbasiert nach Wert, Warengruppe und Kostenstelle, die Bestellung löst danach automatisch aus (Approval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nachvollziehbarer Standardprozess für Freitext, Katalog und Onlineshop (Intake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sechs Personen im Einkauf gewinnen den Großteil der 167 Stunden pro Monat zurück.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Warengruppe, Kostenstelle und Sachkonto werden bei der Auswahl vorbelegt (Category Agent, 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Rechnungen werden automatisch mit der Bestellung abgeglichen, die Buchhaltung greift nur bei Abweichungen ein (Invoice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manuelle Rechnungsprüfung wird zur Ausnahme statt zur Regel.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Auswertbare Zahlen über Bestellvolumen, Lieferanten und Bearbeitungszeiten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Dokumentierte Freigabewege und nur freigegebene Lieferanten, unabhängig von einzelnen Personen (Compliance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Einkaufsprozess funktioniert auch ohne besetzte Einkaufsleitung.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Wesemann verliert im Einkauf rund 167 Stunden pro Monat an reiner Erfassungsarbeit. Hivebuy liest Stücklisten und Angebote aus, führt Freigaben regelbasiert und übergibt Bestellungen automatisch an Pro-Alpha, sodass die Buchhaltung nur noch Abweichungen prüft.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500 Bestellungen pro Monat, Schätzung eher höher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20 Minuten manuelle Bearbeitung pro Bestellung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6 Personen im Einkauf, keine Einkaufsleitung seit über einem Jahr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ERP Pro-Alpha als einziges System (belegt)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Zahl der monatlich manuell geprüften Rechnungen ist nicht bekannt.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 Rechnungsmanagement-System wurde nicht genannt.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Einkaufsleitung ist ausgeschrieben, ein Besetzungstermin steht nicht fest.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Wer bis dahin über neue Projekte entscheidet, ist offen.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In drei bis vier Wochen sprechen wir kurz darüber, wie die Buchhaltung die Zahlen einschätzt.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