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1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ivebuy.com/kontak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4000" y="1512000"/>
            <a:ext cx="10824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1FF45"/>
                </a:solidFill>
                <a:latin typeface="DM Sans"/>
              </a:rPr>
              <a:t>IMPACT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000" y="2016000"/>
            <a:ext cx="8640000" cy="21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  <a:latin typeface="Frank Ruhl Libre"/>
              </a:rPr>
              <a:t>Was Hivebuy für Wesemann bewirkt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4000" y="4464000"/>
            <a:ext cx="8640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M Sans"/>
              </a:rPr>
              <a:t>Erstellt für Julian Kunst</a:t>
            </a:r>
          </a:p>
          <a:p>
            <a:pPr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M Sans"/>
              </a:rPr>
              <a:t>Basierend auf unserem Gespräch am 21.08.2026</a:t>
            </a:r>
          </a:p>
          <a:p>
            <a:pPr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E3E9E7"/>
                </a:solidFill>
                <a:latin typeface="DM Sans"/>
              </a:rPr>
              <a:t>Stand: 21.08.2026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AKTUELLE OPTIMIERUNGSPOTENZIALE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117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Positionen werden von Hand ins ERP getippt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Artikel werden aus Zeichnungen und Stücklisten herausgesucht und einzeln erfasst.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4000" y="223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4000" y="223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6000" y="243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Rund 167 Stunden im Monat gehen für Erfassung weg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500 Bestellungen mal 20 Minuten, mehr als eine Vollzeitstelle.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4000" y="349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4000" y="349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6000" y="369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Kein strukturierter Freigabeweg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Bedarfe werden informell kommuniziert, ohne feste Regeln.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4000" y="475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4000" y="475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6000" y="495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Rechnungen werden ohne Bestellbezug geprüft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Die Buchhaltung prüft jede Rechnung manuell, ohne Bestellbezug.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IMPACT LADDER, EBENE 1 UND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600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Mitarbeitende / Bedarfsträger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Stücklisten und Angebote werden hochgeladen, alle Positionen sind in 20 Sekunden ausgelesen (Parsing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Suche über Kataloge und angebundene Onlineshops an einer Stelle (Intake Agent, Status Agent).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600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Das Heraussuchen und Eintippen von Positionen entfällt.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06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606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Einkauf / Administration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Freigaben laufen regelbasiert nach Wert, Warengruppe und Kostenstelle, die Bestellung löst danach automatisch aus (Approval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Ein nachvollziehbarer Standardprozess für Freitext, Katalog und Onlineshop (Intake Agent).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06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206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Die sechs Personen im Einkauf gewinnen den Großteil der 167 Stunden pro Monat zurück.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IMPACT LADDER, EBENE 3 UND 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600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Finance / Controlling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Warengruppe, Kostenstelle und Sachkonto werden bei der Auswahl vorbelegt (Category Agent, Accounting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Rechnungen werden automatisch mit der Bestellung abgeglichen, die Buchhaltung greift nur bei Abweichungen ein (Invoice Agent).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600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Die manuelle Rechnungsprüfung wird zur Ausnahme statt zur Regel.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06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606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Geschäftsführung /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Auswertbare Zahlen über Bestellvolumen, Lieferanten und Bearbeitungszeiten (Analytics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Dokumentierte Freigabewege und nur freigegebene Lieferanten, unabhängig von einzelnen Personen (Compliance Agent).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06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206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Der Einkaufsprozess funktioniert auch ohne besetzte Einkaufsleitung.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EXECUTIVE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10824120" cy="1584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72000" cy="1584000"/>
          </a:xfrm>
          <a:prstGeom prst="rect">
            <a:avLst/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4000" y="1260000"/>
            <a:ext cx="1010412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Frank Ruhl Libre"/>
              </a:rPr>
              <a:t>Wesemann verliert im Einkauf rund 167 Stunden pro Monat an reiner Erfassungsarbeit. Hivebuy liest Stücklisten und Angebote aus, führt Freigaben regelbasiert und übergibt Bestellungen automatisch an Pro-Alpha, sodass die Buchhaltung nur noch Abweichungen prüft.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4000" y="2844000"/>
            <a:ext cx="519606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8C7D"/>
                </a:solidFill>
                <a:latin typeface="DM Sans"/>
              </a:rPr>
              <a:t>ZAHLENBASIS AUS DEM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4000" y="3168000"/>
            <a:ext cx="5196060" cy="16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ca. 500 Bestellungen pro Monat, Schätzung eher höher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ca. 20 Minuten manuelle Bearbeitung pro Bestellung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6 Personen im Einkauf, keine Einkaufsleitung seit über einem Jahr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ERP Pro-Alpha als einziges System (belegt)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2060" y="2844000"/>
            <a:ext cx="519606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8C7D"/>
                </a:solidFill>
                <a:latin typeface="DM Sans"/>
              </a:rPr>
              <a:t>ANNAHMEN UND OFFENE PUNKTE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2060" y="3168000"/>
            <a:ext cx="5196060" cy="16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Die Zahl der monatlich manuell geprüften Rechnungen ist nicht bekannt.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Ein Rechnungsmanagement-System wurde nicht genannt.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Die Einkaufsleitung ist ausgeschrieben, ein Besetzungstermin steht nicht fest.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Wer bis dahin über neue Projekte entscheidet, ist offen.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4000" y="5706000"/>
            <a:ext cx="1082412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904000"/>
            <a:ext cx="758412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04540"/>
                </a:solidFill>
                <a:latin typeface="DM Sans"/>
              </a:rPr>
              <a:t>In drei bis vier Wochen sprechen wir kurz darüber, wie die Buchhaltung die Zahlen einschätzt.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8120" y="5868000"/>
            <a:ext cx="2232000" cy="360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04540"/>
                </a:solidFill>
                <a:latin typeface="DM Sans"/>
                <a:hlinkClick r:id="rId2"/>
              </a:rPr>
              <a:t>Folgetermin vereinbaren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