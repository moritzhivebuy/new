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1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hivebuy.com/kontak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4000" y="1512000"/>
            <a:ext cx="1082412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1FF45"/>
                </a:solidFill>
                <a:latin typeface="DM Sans"/>
              </a:rPr>
              <a:t>IMPACT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4000" y="2016000"/>
            <a:ext cx="8640000" cy="2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FFFFFF"/>
                </a:solidFill>
                <a:latin typeface="Frank Ruhl Libre"/>
              </a:rPr>
              <a:t>Was Hivebuy für Spektra Dresden bewirkt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4464000"/>
            <a:ext cx="8640000" cy="8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Erstellt für Steve Kalisch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DM Sans"/>
              </a:rPr>
              <a:t>Basierend auf unserem Gespräch am 04.09.2026</a:t>
            </a:r>
          </a:p>
          <a:p>
            <a:pPr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3E9E7"/>
                </a:solidFill>
                <a:latin typeface="DM Sans"/>
              </a:rPr>
              <a:t>Stand: 07.09.2026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AKTUELLE OPTIMIERUNGSPOTENZIALE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6000" y="117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Webshop-Bestellungen werden zweimal erfasst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Erst im Webshop auslösen, dann von Hand im ERP anlegen.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000" y="223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4000" y="223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6000" y="243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Keine Schnittstelle zwischen Webshop und ERP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Zwischen den Systemen läuft kein automatischer Datentransfer.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349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4000" y="349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6000" y="369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Bedarfe kommen unvollständig an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Sammelartikel statt echter Artikelnummer, dazu Rückfragen im Einkauf.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4000" y="4752000"/>
            <a:ext cx="10824120" cy="104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4000" y="4752000"/>
            <a:ext cx="57600" cy="1044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6000" y="4950000"/>
            <a:ext cx="10320120" cy="6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04540"/>
                </a:solidFill>
                <a:latin typeface="DM Sans"/>
              </a:rPr>
              <a:t>Bedarfe laufen über drei Kanäle</a:t>
            </a:r>
          </a:p>
          <a:p>
            <a:pPr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0">
                <a:solidFill>
                  <a:srgbClr val="3E5B56"/>
                </a:solidFill>
                <a:latin typeface="DM Sans"/>
              </a:rPr>
              <a:t>Mail, Teams und ERP-Modul, ohne einen zentralen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WIE OPTIMIERT HIVEBUY DEN PROZESS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800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Nutzerfreundliches Frontend für alle Mitarbeitenden, nur freigegebene Lieferanten sichtbar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BANF von Anfang an vollständig: Kostenstelle und Sachkonto automatisch hinterlegt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KI-Suche: erst interne Kataloge, dann externe Webshops (Punchout via OCI)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 läuft automatisch aus Hivebuy heraus, kein manuelles Nachtragen im ERP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ERP-Schnittstelle über die REST-API von ProDat, Bestelldaten laufen automatisch ins ERP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4060" y="1296000"/>
            <a:ext cx="4620060" cy="46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Freigaben per Microsoft Teams, schnelle Genehmigung ohne Systemwechsel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Audit Trail: vollständige Dokumentation aller Freigaben und Änderungen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DATEV-Schnittstelle: Bestelldaten an die Buchhaltung, kein Prozesswechsel nötig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Bundle-Funktion: eine Laptop-Bestellung löst das passende Zubehör mit aus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BEDARFSTRÄGER UND DEN EINKAUF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Mitarbeitende / Bedarfsträger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Bedarfe entstehen im Frontend oder aus Teams heraus, ohne ERP-Kenntnisse (Intake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Die KI-Suche findet erst interne Kataloge, dann Conrad, Mercateo und weitere Punchouts.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Der einfache Weg ist der richtige Weg, Sammelartikel und Mailanfragen entfallen.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Einkauf / Administration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BANFn kommen vollständig und kontiert an, statt mit Rückfragen zurückzulaufen.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Bestellungen gehen automatisch heraus, das Nachtragen im ERP entfällt (Approval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doppelte Erfassung der Webshop-Bestellungen fällt weg, Rückfragen sinken.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VORTEILE FÜR FINANCE &amp; CONTROLLING UND DIE GESCHÄFTSFÜHRUNG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600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Finance / Controlling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Kostenstelle und Sachkonto stehen bei der Anforderung fest (Accounting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Bestelldaten laufen über die REST-API ins ProDat ERP und weiter an DATEV.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600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600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Das ERP bleibt führend, der Medienbruch zwischen Webshop und ERP verschwindet.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060" y="972000"/>
            <a:ext cx="5268060" cy="53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0060" y="972000"/>
            <a:ext cx="57600" cy="5310000"/>
          </a:xfrm>
          <a:prstGeom prst="rect">
            <a:avLst/>
          </a:prstGeom>
          <a:solidFill>
            <a:srgbClr val="22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92060" y="1224000"/>
            <a:ext cx="396000" cy="396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1FF45"/>
                </a:solidFill>
                <a:latin typeface="DM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6060" y="1260000"/>
            <a:ext cx="4260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4540"/>
                </a:solidFill>
                <a:latin typeface="Frank Ruhl Libre"/>
              </a:rPr>
              <a:t>Geschäftsführung /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060" y="1980000"/>
            <a:ext cx="4764060" cy="343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Vordefinierte Lieferanten verhindern Wildwuchs bei Herstellern (Compliance Agent).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700"/>
              </a:spcAft>
            </a:pPr>
            <a:r>
              <a:rPr sz="1300" b="0">
                <a:solidFill>
                  <a:srgbClr val="204540"/>
                </a:solidFill>
                <a:latin typeface="DM Sans"/>
              </a:rPr>
              <a:t>•  Ausgaben sind nach Warengruppe und Lieferant auswertbar (Analytics Agent).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060" y="5490000"/>
            <a:ext cx="792000" cy="252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04540"/>
                </a:solidFill>
                <a:latin typeface="DM Sans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2060" y="5472000"/>
            <a:ext cx="382806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5B56"/>
                </a:solidFill>
                <a:latin typeface="DM Sans"/>
              </a:rPr>
              <a:t>Die Prozesskosten im indirekten Einkauf werden erstmals sichtbar und steuerbar.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4000" y="576000"/>
            <a:ext cx="1082412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28C7D"/>
                </a:solidFill>
                <a:latin typeface="DM Sans"/>
              </a:rPr>
              <a:t>ZUSAMMENFASSUNG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4000" y="972000"/>
            <a:ext cx="10824120" cy="1584000"/>
          </a:xfrm>
          <a:prstGeom prst="roundRect">
            <a:avLst>
              <a:gd name="adj" fmla="val 6000"/>
            </a:avLst>
          </a:prstGeom>
          <a:solidFill>
            <a:srgbClr val="204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4000" y="972000"/>
            <a:ext cx="72000" cy="1584000"/>
          </a:xfrm>
          <a:prstGeom prst="rect">
            <a:avLst/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4000" y="1260000"/>
            <a:ext cx="1010412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Frank Ruhl Libre"/>
              </a:rPr>
              <a:t>Spektra Dresden erfasst indirekte Bedarfe einmal statt zweimal, erhält vollständige und kontierte BANFn und behält ProDat als führendes ERP, angebunden über die vorhandene REST-API.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00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ZAHLENBASIS AUS DEM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00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150 Bestellungen pro Jahr, also rund 12 bis 13 pro Monat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60.000 Euro Jahresvolumen im indirekten Bedarf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250 Euro durchschnittlicher Bestellwert (belegt)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ca. 100 Mitarbeitende, die alle im System arbeiten könnten (belegt)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2060" y="2844000"/>
            <a:ext cx="519606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8C7D"/>
                </a:solidFill>
                <a:latin typeface="DM Sans"/>
              </a:rPr>
              <a:t>ANNAHMEN UND OFFENE PUNKTE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60" y="3168000"/>
            <a:ext cx="5196060" cy="16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Die REST-API von ProDat ist vorhanden, der Schnittstellenumfang ist noch zu spezifizieren.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IT und Datenschutz sind bisher nicht eingebunden, die KI-Verordnung wurde nur angesprochen.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3E5B56"/>
                </a:solidFill>
                <a:latin typeface="DM Sans"/>
              </a:rPr>
              <a:t>•  Demo und Follow-up sind nach heutigem Stand erst Anfang 2027 realistisch.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5706000"/>
            <a:ext cx="1082412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904000"/>
            <a:ext cx="758412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04540"/>
                </a:solidFill>
                <a:latin typeface="DM Sans"/>
              </a:rPr>
              <a:t>Wir halten losen Kontakt bis Jahresende und setzen die Demo auf Anfang 2027, sobald Ihre KI-Strategie steht.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88120" y="5868000"/>
            <a:ext cx="2232000" cy="360000"/>
          </a:xfrm>
          <a:prstGeom prst="roundRect">
            <a:avLst>
              <a:gd name="adj" fmla="val 6000"/>
            </a:avLst>
          </a:prstGeom>
          <a:solidFill>
            <a:srgbClr val="F1FF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4540"/>
                </a:solidFill>
                <a:latin typeface="DM Sans"/>
                <a:hlinkClick r:id="rId2"/>
              </a:rPr>
              <a:t>Demo-Termin vormerken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