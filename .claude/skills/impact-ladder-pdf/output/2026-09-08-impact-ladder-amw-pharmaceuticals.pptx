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AMW Pharmaceuticals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Alfons Ettinger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08.09.2026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08.09.2026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Indirekter Spend läuft über Excel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Excel und Zuruf sind heute die einzigen Werkzeuge.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Spend-Daten sind nicht auswertbar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Es gibt keine zentrale Sicht auf Lieferanten und Warengruppen.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Fachbereiche können nicht selbst bestellen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Ohne Katalog überführt der Einkauf jede Anfrage von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Kataloge über BC werden sperrig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Konditionen einpflegen und manuell übertragen, ohne Punchout.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Zentrales Frontend für Fachbereiche, Kostenstelle und Sachkonto direkt beim Anlegen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Mehrstufiger Freigabe-Workflow, Genehmigung auch aus Microsoft Teams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Punchout zu Amazon Business, Unite und weiteren, der eigene Account bleibt erhalten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Interne Kataloge: Artikel sind für Endnutzer sichtbar und direkt bestellbar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Freitextbestellung als Auffanglösung für alles ohne Katalog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 in Hivebuy buchbar, über die bidirektionale BC-Schnittstelle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Bestellungen entstehen automatisch in Business Central, kein manueller Transfer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Reporting bis auf Nutzerebene: Top-Lieferanten und Top-Warengruppen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KI-Chatbot für Spend-Fragen und Bündelungspotenziale (optional)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Bedarfe entstehen im Frontend, Kostenstelle und Sachkonto stehen sofort fest.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Artikelkacheln aus internen Katalogen und Punchout ersetzen die Anfrage per 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Fachbereiche bestellen selbst, statt den Einkauf als Durchlauf zu nutzen.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Anfragen kommen vollständig an, statt in Excel und per Zuruf zusammenzulaufen.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laufen mehrstufig und aus Teams heraus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 verliert die manuelle Überführung und gewinnt Zeit für Verhandlungen.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Bestellungen entstehen automatisch in Business Central, ohne Doppelerfassung.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 ist in Hivebuy oder im ERP buchbar, der Zahlungslauf bleibt in BC.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Business Central bleibt führend, ohne den sperrigen Katalogprozess.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Spend ist nach Lieferant, Warengruppe und Nutzer auswertbar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Der KI-Chatbot beantwortet Spend-Fragen und zeigt Bündelungspotenziale.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Datentransparenz entsteht sofort und wird die Basis der Bedarfsplanung.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AMW Pharmaceuticals bekommt Datentransparenz im indirekten Spend, gibt die Bedarfserfassung an die Fachbereiche zurück und umgeht den sperrigen Katalogprozess in Business Central, das als führendes System bleibt.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5.000 Rechnungsposten pro Jahr, bereinigt auf relevante Positionen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150 Mitarbeitende, davon höchstens 50 als Nutzer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indirekter Spend heute vollständig in Excel, ohne Katalog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Datentransparenz ist laut Gespräch die oberste Priorität (belegt)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Das Einkaufsmodul von Business Central ist noch nicht im Einsatz, nur die Buchhaltung.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IT und IT-Security sind bisher nicht eingebunden.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Ein Folgegespräch ist für Mitte bis Ende Oktober 2026 vorgesehen, ohne festen Termin.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Sie prüfen den Katalogprozess in Business Central, im Folgegespräch vergleichen wir ihn Schritt für Schritt mit dem Ablauf in Hivebuy.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ab KW42 abstimmen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