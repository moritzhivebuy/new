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Techniropa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Annika Roden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24.08.2026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24.08.2026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Drei parallele Beschaffungswege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Anforderungssystem, manuelle Anforderung im ERP und Direktbestellung im Shop laufen nebeneinander, je Abteilung anders.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Bestellungen laufen am ERP vorbei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Ein Teil der Beschaffung wird nie im ERP erfasst, damit fehlt die Datenbasis für Auswertungen.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Keine konsolidierte Lieferantenbasis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Volumen je Lieferant ist über die Gesellschaften hinweg nicht sichtbar, es fehlt die Verhandlungsbasis.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Keine standardisierten Freigaben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Mitarbeitende außerhalb des Einkaufs bestellen eigenständig, ohne einheitlichen Freigabeweg.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Einheitliche Plattform für alle Gesellschaften und Abteilungen als Single Point of Entry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Punch-out-Anbindung an Amazon, Mercateo/United, Bechtle, Konrad und weitere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Interne Kataloge für lokale Lieferanten und spezifische Sortimente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Freitextanforderung weiterhin möglich, alles im selben System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Automatische Kontierung: Kostenstelle und Sachkonto werden direkt hinterlegt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Konfigurierbare Freigaben nach Betrag, Lieferant, Warengruppe oder Antragsteller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Bestellung geht nach der letzten Freigabe automatisch an den Lieferanten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ERP-Schnittstelle zu Pro-Alpha: die Bestellung wird direkt im ERP angelegt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KI-gestützter Preisvergleich zwischen den angebundenen Webshops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Angebote werden ausgelesen und in Bedarfsanforderungen überführt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Wareneingang und Rechnungsfreigabe ebenfalls im System abbildbar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Bedarfe an einer Stelle anfragen, über Punch-out-Katalog, internen Katalog oder Freitext (Intake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Status kommt automatisch, Nachfragen per E-Mail entfallen (Status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Ein verständlicher Weg für alle Gesellschaften, auch außerhalb des Einkaufs.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Anforderungen aller Gesellschaften laufen in einem System zusammen, manuelles Nachbestellen im Shop entfällt.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nach Betrag, Lieferant oder Warengruppe konfigurierbar (Approval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Das Team im indirekten Einkauf gewinnt Zeit für Verhandlung statt Erfassung.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Kostenstelle und Sachkonto werden bereits bei der Anforderung hinterlegt (Accounting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Bestellungen werden über die Schnittstelle direkt im ERP angelegt, die Datenlücke schließt sich.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Vollständige Zahlen im ERP, weniger Nacharbeit in der Buchhaltung.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Ausgaben aller sechs bis sieben beschaffenden Gesellschaften auf einer Auswertung (Analytics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Sichtbares Volumen je Lieferant als Basis für Konsolidierung (Savings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Steuerbarer indirekter Einkauf in der Holding, ohne manuelle Datensammlung.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Ein gemeinsamer Weg für alle Anforderungen entlastet die beschaffenden Abteilungen, schließt über die ERP-Schnittstelle die Datenlücke für Finance und macht die Ausgaben der Holding zentral steuerbar.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6 bis 7 aktiv beschaffende Gesellschaften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Einkaufsteam ca. 20 Personen, indirekter Einkauf 5 Personen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Implementierungsdauer 4 bis 8 Wochen nach Kick-off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30 bis 50 Nutzer zum Einstieg (annahme)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Anzahl der Bestellungen pro Monat im indirekten Einkauf ist noch offen.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ERP-Version und Schnittstellenaufwand klärt der geplante IT-Termin.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Im Follow-up in zwei Wochen gehen wir Ihre offenen Punkte durch, den Schnittstellenaufwand klären wir davor mit Ihrer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Folgetermin vereinbaren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