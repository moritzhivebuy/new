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vebuy.com/kontak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4000" y="1512000"/>
            <a:ext cx="10824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1FF45"/>
                </a:solidFill>
                <a:latin typeface="DM Sans"/>
              </a:rPr>
              <a:t>IMPACT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000" y="2016000"/>
            <a:ext cx="86400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Frank Ruhl Libre"/>
              </a:rPr>
              <a:t>Was Hivebuy für Techniropa bewirkt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000" y="4464000"/>
            <a:ext cx="86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Erstellt für Annika Roden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Basierend auf unserem Gespräch am 24.08.2026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3E9E7"/>
                </a:solidFill>
                <a:latin typeface="DM Sans"/>
              </a:rPr>
              <a:t>Stand: 24.08.2026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AKTUELLE OPTIMIERUNGSPOTENZIALE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117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Drei parallele Beschaffungswege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Anforderungssystem, manuelle Anforderung im ERP und Direktbestellung im Shop laufen nebeneinander, je Abteilung anders.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4000" y="223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4000" y="223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6000" y="243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Bestellungen laufen am ERP vorbei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Ein Teil der Beschaffung wird nie im ERP erfasst, damit fehlt die Datenbasis für Auswertungen.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49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49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369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Keine konsolidierte Lieferantenbasis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Volumen je Lieferant ist über die Gesellschaften hinweg nicht sichtbar, es fehlt die Verhandlungsbasis.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4000" y="475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4000" y="475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95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Keine standardisierten Freigaben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Mitarbeitende außerhalb des Einkaufs bestellen eigenständig, ohne einheitlichen Freigabeweg.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WIE OPTIMIERT HIVEBUY DEN PROZESS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800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Einheitliche Plattform für alle Gesellschaften und Abteilungen als Single Point of Entry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Punch-out-Anbindung an Amazon, Mercateo/United, Bechtle, Konrad und weitere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Interne Kataloge für lokale Lieferanten und spezifische Sortimente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Freitextanforderung weiterhin möglich, alles im selben System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Automatische Kontierung: Kostenstelle und Sachkonto werden direkt hinterlegt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Konfigurierbare Freigaben nach Betrag, Lieferant, Warengruppe oder Antragsteller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406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Bestellung geht nach der letzten Freigabe automatisch an den Lieferanten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ERP-Schnittstelle zu Pro-Alpha: die Bestellung wird direkt im ERP angelegt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KI-gestützter Preisvergleich zwischen den angebundenen Webshops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Angebote werden ausgelesen und in Bedarfsanforderungen überführt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Wareneingang und Rechnungsfreigabe ebenfalls im System abbildbar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BEDARFSTRÄGER UND DEN EINKAUF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Mitarbeitende / Bedarfsträger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Bedarfe an einer Stelle anfragen, über Punch-out-Katalog, internen Katalog oder Freitext (Intake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Status kommt automatisch, Nachfragen per E-Mail entfallen (Status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Ein verständlicher Weg für alle Gesellschaften, auch außerhalb des Einkaufs.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Einkauf /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Anforderungen aller Gesellschaften laufen in einem System zusammen, manuelles Nachbestellen im Shop entfällt.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nach Betrag, Lieferant oder Warengruppe konfigurierbar (Approval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Das Team im indirekten Einkauf gewinnt Zeit für Verhandlung statt Erfassung.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FINANCE &amp; CONTROLLING UND DIE GESCHÄFTSFÜHRUNG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Finance / Controlling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Kostenstelle und Sachkonto werden bereits bei der Anforderung hinterlegt (Accounting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Bestellungen werden über die Schnittstelle direkt im ERP angelegt, die Datenlücke schließt sich.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Vollständige Zahlen im ERP, weniger Nacharbeit in der Buchhaltung.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Geschäftsführung /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Ausgaben aller sechs bis sieben beschaffenden Gesellschaften auf einer Auswertung (Analytics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Sichtbares Volumen je Lieferant als Basis für Konsolidierung (Savings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Steuerbarer indirekter Einkauf in der Holding, ohne manuelle Datensammlung.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ZUSAMMENFASSUNG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584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72000" cy="1584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4000" y="1260000"/>
            <a:ext cx="10104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Frank Ruhl Libre"/>
              </a:rPr>
              <a:t>Ein gemeinsamer Weg für alle Anforderungen entlastet die beschaffenden Abteilungen, schließt über die ERP-Schnittstelle die Datenlücke für Finance und macht die Ausgaben der Holding zentral steuerbar.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ZAHLENBASIS AUS DEM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6 bis 7 aktiv beschaffende Gesellschaften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Einkaufsteam ca. 20 Personen, indirekter Einkauf 5 Personen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Implementierungsdauer 4 bis 8 Wochen nach Kick-off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30 bis 50 Nutzer zum Einstieg (annahme)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206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ANNAHMEN UND OFFENE PUNKTE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206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Anzahl der Bestellungen pro Monat im indirekten Einkauf ist noch offen.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ERP-Version und Schnittstellenaufwand klärt der geplante IT-Termin.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4000" y="5706000"/>
            <a:ext cx="1082412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904000"/>
            <a:ext cx="758412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4540"/>
                </a:solidFill>
                <a:latin typeface="DM Sans"/>
              </a:rPr>
              <a:t>Im Follow-up in zwei Wochen gehen wir Ihre offenen Punkte durch, den Schnittstellenaufwand klären wir davor mit Ihrer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120" y="5868000"/>
            <a:ext cx="2232000" cy="360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4540"/>
                </a:solidFill>
                <a:latin typeface="DM Sans"/>
                <a:hlinkClick r:id="rId2"/>
              </a:rPr>
              <a:t>Folgetermin vereinbaren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