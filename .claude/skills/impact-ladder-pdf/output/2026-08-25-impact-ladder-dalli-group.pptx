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Dalli-Group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Lukas Nysten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25.08.2026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25.08.2026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Freitext und Angebote nur über SAP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Wer einen Freitextbedarf hat, muss ins ERP oder gibt ihn beim Teamleiter zur Erfassung 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Katalogdaten veralten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Im Katalogsystem fehlen Bilder und die Preise sind nicht aktuell, Bestellungen entstehen auf alter Datenbasis.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Bezahlte Funktionen sind blockiert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Die SAP-Anbindung lässt die RFQ- und Freitext-Features des Katalogsystems technisch nicht zu.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 gemeinsamer Weg für alle Bedarfsarten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Katalog, Freitext und Onlineshop laufen getrennt, über drei Werke mit eigenen Buchhaltungen.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Eine Plattform für Katalog, Freitext, Angebote und Onlineshops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Aktuelle Preise und Artikeldaten direkt aus den Shops, ohne manuelle Katalogpflege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Angebote werden automatisch ausgelesen und vorkontiert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Preisvergleich über alle integrierten Shops in einer Ansicht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Ca. 60 bis 70 Shops direkt integriert, darunter Unite, Conrad, Amazon, Dell und Würth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Freigabeprozesse vollständig in Hivebuy, Freigabe auch aus Microsoft Teams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Die Bestellung wird automatisch und korrekt ins SAP übertragen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SAP bleibt das System für Buchhaltung und Freigabe, es wird nicht ersetzt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Mitarbeitende müssen SAP für Bedarfsanforderungen nicht mehr öffnen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Vorgelagertes System, keine Konflikte mit der bestehenden SAP-Konfiguration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Freitextbedarf und Angebot über eine einfache Oberfläche einreichen, ohne SAP zu öffnen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Aktuelle Preise und Artikeldaten direkt aus den Shops (Recommendation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Auch ohne SAP-Kenntnisse kommt der Bedarf richtig ins System, ohne Umweg.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Katalog, Freitext und Onlineshop über einen Weg, die Katalogpflege entfällt (Comparison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Angebote werden vorkontiert, Freigaben regelbasiert nach Wert und Werk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 prüft statt zu erfassen, blockierte RFQ-Funktionen entfallen.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Die Bestellung wird automatisch und korrekt ins SAP übertragen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SAP bleibt das System für Buchhaltung und Freigabe, die Werke bleiben unangetastet.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Für die Buchhaltung ändert sich nichts, der Medienbruch davor verschwindet.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Standard über die drei Werke, eine Auswertung über alle Bedarfsarten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Sichtbare Volumen je Lieferant als Basis für Bündelung (Savings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Steuerbarer indirekter Einkauf, bei 5.000 bis 6.000 Mitarbeitenden mit Hebel.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Hivebuy legt sich vor SAP, nimmt Freitext, Angebote und Katalog auf einer Oberfläche auf und übergibt die fertige Bestellung ans ERP. Die Buchhaltung behält ihren Prozess.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5.000 bis 6.000 Mitarbeitende gruppenweit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3 Werke mit eigenen Buchhaltungen, alle auf SAP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60 bis 70 Shops in Hivebuy direkt integriert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Zeitverlust durch manuelle SAP-Erfassung von Freitextbedarfen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Zahl der Freitextbestellungen pro Monat liefert die Auswertung von Lukas nach.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Der finale Entscheider für eine neue Lösung ist noch nicht benannt.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In der Demo am 31. August zeigen wir den Freitextweg und die Übergabe ans SAP an Ihren eigenen Beispielen.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Demo am 31. August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