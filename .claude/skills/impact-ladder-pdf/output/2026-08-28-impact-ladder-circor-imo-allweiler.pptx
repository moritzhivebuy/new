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ivebuy.com/kontak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4000" y="1512000"/>
            <a:ext cx="10824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1FF45"/>
                </a:solidFill>
                <a:latin typeface="DM Sans"/>
              </a:rPr>
              <a:t>IMPACT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000" y="2016000"/>
            <a:ext cx="864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Frank Ruhl Libre"/>
              </a:rPr>
              <a:t>Was Hivebuy für CIRCOR IMO ALLWEILER bewirkt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4464000"/>
            <a:ext cx="8640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Erstellt für Dominik Bechler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Basierend auf unserem Gespräch am 28.08.2026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E3E9E7"/>
                </a:solidFill>
                <a:latin typeface="DM Sans"/>
              </a:rPr>
              <a:t>Stand: 28.08.2026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AKTUELLE OPTIMIERUNGSPOTENZIALE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17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Anforderung im 15 Jahre alten SAP-Add-on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Graue Masken und eine hohe Einstiegshürde für alle, die selten bestellen.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223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4000" y="223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243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Freitext kommt unvollständig an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Anforderungen wie "Maler für zwei Wände" landen unstrukturiert im Einkauf und müssen nachgefasst werden.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349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4000" y="349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000" y="369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Monitoring läuft von Hand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BANFs, Wareneingänge, überfällige Bestellungen und Rechnungsabweichungen werden einzeln getrackt.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475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4000" y="475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000" y="495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Kein Blick über die 16 Standorte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Die Standorte arbeiten isoliert, dieselben Lieferanten werden mehrfach bedient.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WIE OPTIMIERT HIVEBUY DEN PROZESS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Modernes Frontend für Bedarfsanforderer, ohne Schulungsaufwand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Kataloge, Punch-out und Freitext in einer Oberfläche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Vollständige und korrekt kontierte BANFs aus jeder Anforderung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Freigabe-Workflows frei konfigurierbar, beliebig viele Stufen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Überfällige Freigaben auf einen Blick, Hinweis per Mail und Teams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406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Bestellstatus von Bestellung bis Rechnung in einer Übersicht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SAP-Schnittstelle: Bestellung entsteht nach Freigabe automatisch in SAP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Rechnungsmatching auch ohne KI, passend zu den Konzernauflagen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Angebote hochladen, auslesen und in eine BANF überführen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RFQ-Funktion und Lieferantenportal in Kürze verfügbar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BEDARFSTRÄGER UND DEN EINKAUF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Mitarbeitende / Bedarfsträger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Anforderung in einer Oberfläche, die ohne Schulung bedienbar ist (Intake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Bestellstatus von Lieferung bis Rechnung selbst einsehbar (Status Agent).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Wer selten bestellt, findet sich sofort zurecht, die Umwege über den Einkauf entfallen.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Einkauf /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Freitext kommt vollständig und kontiert an, kein Nachfassen (Category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Freigaben in beliebig vielen Stufen, überfällige Fälle sichtbar statt gesucht (Approval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Der Einkauf prüft und verhandelt, statt Anforderungen zu vervollständigen und Listen zu pflegen.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FINANCE &amp; CONTROLLING UND DIE GESCHÄFTSFÜHRUNG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Finance / Controlling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Die Bestellung entsteht nach Freigabe automatisch in SAP (Accounting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Rechnungsmatching auch ohne KI, passend zu den Konzernauflagen.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Ein ergänzendes Frontend statt eines Systemwechsels, die Rechnungsverarbeitung bleibt unberührt.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Geschäftsführung /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Maverick Spend sinkt, weil das System benutzt wird statt umgangen (Analytics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Ein Standort startet, weitere Standorte kommen dazu, ohne neues Projekt (Savings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Compliance wird messbar, der Weg zu Transparenz beginnt bei einem Standort.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ZUSAMMENFASSUNG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584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72000" cy="1584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000" y="1260000"/>
            <a:ext cx="1010412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Frank Ruhl Libre"/>
              </a:rPr>
              <a:t>Hivebuy ersetzt Ihr SAP-Add-on nicht, sondern setzt sich davor: eine Oberfläche ohne Schulungsaufwand, vollständige BANFs und sichtbare Freigaben. Die Rechnungsverarbeitung bleibt in SAP.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ZAHLENBASIS AUS DEM 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Rund 80.000 Rechnungsbelege pro Jahr, davon geschätzt 20.000 indirekt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16 Standorte im CIRCOR-Konzern, isoliert arbeitend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Fünf E-Kataloge, SAP mit eigenem Add-on seit rund 15 Jahren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Aufwandsreduktion im Einkauf (annahme)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206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ANNAHMEN UND OFFENE PUNKTE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206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Die finale Entscheidung liegt vermutlich nicht allein beim Einkauf.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Spend Cube und die Add-on-Modernisierung binden aktuell die Kapazität.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Guided Buying startet laut Gespräch frühestens im kommenden Jahr.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5706000"/>
            <a:ext cx="1082412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904000"/>
            <a:ext cx="758412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4540"/>
                </a:solidFill>
                <a:latin typeface="DM Sans"/>
              </a:rPr>
              <a:t>Sie kommen auf uns zu, sobald Guided Buying auf der Agenda steht, und erhalten dann den Stand zu RFQ und Lieferantenportal.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120" y="5868000"/>
            <a:ext cx="2232000" cy="360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4540"/>
                </a:solidFill>
                <a:latin typeface="DM Sans"/>
                <a:hlinkClick r:id="rId2"/>
              </a:rPr>
              <a:t>Kontakt bei Projektstart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