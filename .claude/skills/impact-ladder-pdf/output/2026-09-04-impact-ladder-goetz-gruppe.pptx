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Götz-Gruppe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Robert Fischer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04.09.2026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04.09.2026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Über 10.000 Bestellungen im Jahr werden von Hand bearbeitet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Jede Bestellung wird im Einkauf einzeln bearbeitet und an den Lieferanten versendet.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Rund 5 Stunden Einkaufszeit gehen täglich für Bestellungen weg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60 Bestellungen am Tag mal 5 Minuten, hochgerechnet etwa 1.500 Stunden im Jahr.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Rechnungsprüfung ohne automatische Wareneingangsdaten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Rechnungen werden von Hand geprüft, weil die Daten nicht automatisch vorliegen.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Die Zuordnung zur richtigen Firmierung passiert manuell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Bei rund 100 Niederlassungen in sechs Ländern ist das fehleranfällig.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Eine Oberfläche für Objektleiter: Artikel suchen, anklicken, absenden (Intake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Kataloge und Punch-out-Shops gemeinsam durchsuchbar (Comparison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Sachkonto und Kostenstelle werden aus Oracle vorbelegt (Accounting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nach Budget, Warengruppe und Betrag (Approval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Bestellung nach der Freigabe, ohne manuellen Schritt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Übergabe von Bestell- und Wareneingangsdaten an Oracle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Rechnungen mit gebuchtem Wareneingang werden automatisch abgeglichen (Invoice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Jede Firmierung mit eigenen Kostenstellen, Sachkonten und Adressen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Nur freigegebene Lieferanten sind für Mitarbeitende sichtbar (Compliance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Auswertung nach Firmierung, Warengruppe und Lieferant (Analytics Agent)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Objektleiter bestellen selbst über eine einfache Oberfläche, ohne Umweg über den Einkauf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Kataloge und Punch-out-Shops sind an einer Stelle durchsuchbar (Comparison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Bedarf wird dort erfasst, wo er entsteht, und läuft ohne Rückfragen weiter.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 und Bestellung laufen regelbasiert, der Einkauf greift nur bei Ausnahmen ein (Approval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Nur aktiv freigegebene Lieferanten sind auswählbar (Compliance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rund 5 Stunden täglicher Bearbeitungszeit fallen zum größten Teil weg.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Sachkonto und Kostenstelle stehen bei der Anforderung fest, vorbelegt aus Oracle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Bestell- und Wareneingangsdaten gehen automatisch an Oracle, Rechnungen werden abgeglichen (Invoice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manuelle Rechnungsprüfung wird zur Ausnahme statt zur Regel.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Ausgaben je Firmierung, Warengruppe und Lieferant sind auswertbar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Jede Bestellung ist eindeutig einer Firmierung zugeordnet, über alle sechs Länder.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 über rund 100 Niederlassungen wird steuerbar und nachvollziehbar.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Die Götz-Gruppe gibt die Bestellung an die Bedarfsträger zurück, spart den größten Teil der täglich rund 5 Stunden Bearbeitungszeit im Einkauf und erhält je Firmierung auswertbare Zahlen.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über 10.000 Bestellungen pro Jahr, ca. 60 pro Tag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5 Minuten manuelle Bearbeitung pro Bestellung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5 Stunden pro Tag, hochgerechnet ca. 1.500 Stunden pro Jahr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100 Niederlassungen in sechs Ländern, ERP Oracle (belegt)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Zahl der Systemnutzer ist offen, die Schätzung von 4.000 ist nicht bestätigt.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Preisstaffelung steht noch aus.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Eine Anbindung von Poolsensa ist noch zu prüfen.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Am Mittwoch zeigen wir Ihnen den Ablauf in der Demo mit Ihren eigenen Bedarfen.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vereinbaren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