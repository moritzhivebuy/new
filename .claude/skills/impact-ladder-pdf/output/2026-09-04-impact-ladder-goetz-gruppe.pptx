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theme" Target="theme/theme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vebuy.com/kontak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4000" y="1512000"/>
            <a:ext cx="10824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1FF45"/>
                </a:solidFill>
                <a:latin typeface="DM Sans"/>
              </a:rPr>
              <a:t>IMPACT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000" y="2016000"/>
            <a:ext cx="8640000" cy="2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Frank Ruhl Libre"/>
              </a:rPr>
              <a:t>Was Hivebuy für Götz-Gruppe bewirkt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4000" y="4464000"/>
            <a:ext cx="86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Erstellt für Robert Fischer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Basierend auf unserem Gespräch am 04.09.2026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E3E9E7"/>
                </a:solidFill>
                <a:latin typeface="DM Sans"/>
              </a:rPr>
              <a:t>Stand: 04.09.2026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AKTUELLE OPTIMIERUNGSPOTENZIALE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117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Über 10.000 Bestellungen im Jahr werden von Hand bearbeitet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Jede Bestellung wird im Einkauf einzeln bearbeitet und an den Lieferanten versendet.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4000" y="223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4000" y="223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6000" y="243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Rund 5 Stunden Einkaufszeit gehen täglich für Bestellungen weg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60 Bestellungen am Tag mal 5 Minuten, hochgerechnet etwa 1.500 Stunden im Jahr.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49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4000" y="349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369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Rechnungsprüfung ohne automatische Wareneingangsdaten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Rechnungen werden von Hand geprüft, weil die Daten nicht automatisch vorliegen.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4000" y="475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4000" y="475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000" y="495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Die Zuordnung zur richtigen Firmierung passiert manuell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Bei rund 100 Niederlassungen in sechs Ländern ist das fehleranfällig.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WIE OPTIMIERT HIVEBUY DEN PROZESS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8000" y="1296000"/>
            <a:ext cx="4620060" cy="46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Eine Oberfläche für Objektleiter: Artikel suchen, anklicken, absenden (Intake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Kataloge und Punch-out-Shops gemeinsam durchsuchbar (Comparison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Sachkonto und Kostenstelle werden aus Oracle vorbelegt (Accounting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Freigaben nach Budget, Warengruppe und Betrag (Approval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Automatische Bestellung nach der Freigabe, ohne manuellen Schritt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4060" y="1296000"/>
            <a:ext cx="4620060" cy="46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Automatische Übergabe von Bestell- und Wareneingangsdaten an Oracle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Rechnungen mit gebuchtem Wareneingang werden automatisch abgeglichen (Invoice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Jede Firmierung mit eigenen Kostenstellen, Sachkonten und Adressen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Nur freigegebene Lieferanten sind für Mitarbeitende sichtbar (Compliance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Auswertung nach Firmierung, Warengruppe und Lieferant (Analytics Agent)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VORTEILE FÜR BEDARFSTRÄGER UND DEN EINKAUF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Mitarbeitende / Bedarfsträger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Objektleiter bestellen selbst über eine einfache Oberfläche, ohne Umweg über den Einkauf (Intake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Kataloge und Punch-out-Shops sind an einer Stelle durchsuchbar (Comparison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Der Bedarf wird dort erfasst, wo er entsteht, und läuft ohne Rückfragen weiter.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Einkauf / Administration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 und Bestellung laufen regelbasiert, der Einkauf greift nur bei Ausnahmen ein (Approval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Nur aktiv freigegebene Lieferanten sind auswählbar (Compliance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Die rund 5 Stunden täglicher Bearbeitungszeit fallen zum größten Teil weg.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VORTEILE FÜR FINANCE &amp; CONTROLLING UND DIE GESCHÄFTSFÜHRUNG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Finance / Controlling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Sachkonto und Kostenstelle stehen bei der Anforderung fest, vorbelegt aus Oracle (Accounting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Bestell- und Wareneingangsdaten gehen automatisch an Oracle, Rechnungen werden abgeglichen (Invoice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Die manuelle Rechnungsprüfung wird zur Ausnahme statt zur Regel.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Geschäftsführung /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Ausgaben je Firmierung, Warengruppe und Lieferant sind auswertbar (Analytics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Jede Bestellung ist eindeutig einer Firmierung zugeordnet, über alle sechs Länder.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Der Einkauf über rund 100 Niederlassungen wird steuerbar und nachvollziehbar.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ZUSAMMENFASSUNG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584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72000" cy="1584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4000" y="1260000"/>
            <a:ext cx="10104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Frank Ruhl Libre"/>
              </a:rPr>
              <a:t>Die Götz-Gruppe gibt die Bestellung an die Bedarfsträger zurück, spart den größten Teil der täglich rund 5 Stunden Bearbeitungszeit im Einkauf und erhält je Firmierung auswertbare Zahlen.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ZAHLENBASIS AUS DEM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über 10.000 Bestellungen pro Jahr, ca. 60 pro Tag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5 Minuten manuelle Bearbeitung pro Bestellung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5 Stunden pro Tag, hochgerechnet ca. 1.500 Stunden pro Jahr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100 Niederlassungen in sechs Ländern, ERP Oracle (belegt)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206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ANNAHMEN UND OFFENE PUNKTE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206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Die Zahl der Systemnutzer ist offen, die Schätzung von 4.000 ist nicht bestätigt.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Die Preisstaffelung steht noch aus.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Eine Anbindung von Poolsensa ist noch zu prüfen.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4000" y="5706000"/>
            <a:ext cx="1082412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904000"/>
            <a:ext cx="758412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4540"/>
                </a:solidFill>
                <a:latin typeface="DM Sans"/>
              </a:rPr>
              <a:t>Am Mittwoch zeigen wir Ihnen den Ablauf in der Demo mit Ihren eigenen Bedarfen.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120" y="5868000"/>
            <a:ext cx="2232000" cy="360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4540"/>
                </a:solidFill>
                <a:latin typeface="DM Sans"/>
                <a:hlinkClick r:id="rId2"/>
              </a:rPr>
              <a:t>Folgetermin vereinbaren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