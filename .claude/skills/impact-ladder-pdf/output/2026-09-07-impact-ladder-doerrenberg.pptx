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Dörrenberg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Benjamin Enns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07.09.2026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07.09.2026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Jede Bestellung wird von Hand zusammengebaut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Rund 50 Bestellungen im Monat laufen einzeln durch den Einkauf.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Vier Positionen bedeuten vier BANF-Nummern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Positionen eines Lieferanten lassen sich heute nicht bündeln.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Freigabe läuft über PDF und Archivordner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Bestellung speichern, ablegen, freigeben, per Mail versenden, alles manuell.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Hohe Maverick-Buying-Quote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Anforderer haben keinen einfachen Weg, Bedarfe im System einzustellen.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Anforderer starten über Link und SSO, ohne Schulung (Intake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Drei Bestellwege: Punchout, interne Kataloge und Freitext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Freitext ersetzt die Mail an den Einkauf, aber bereits kontiert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Sachkonto stehen am Anfang des Prozesses fest (Accounting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Mehrstufige Freigaben mit Kommentarfunktion und Budgetcheck (Approval Agent)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Automatischer Bestellversand an den Lieferanten nach der letzten Freigabe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 wird in Business Central angelegt, BC bleibt führendes System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 buchbar in Hivebuy oder im ERP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direkt aus MS Teams heraus (MS Teams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Preisvergleich über die angebundenen Plattformen direkt in Hivebuy (Comparison Agent)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Bedarfe werden über Link oder SSO ohne Schulung eingestellt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Punchout, interne Kataloge und Freitext deckten auch Dienstleistungen ab.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einfache Weg ist der richtige Weg, damit sinkt das Maverick Buying.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Positionen eines Lieferanten werden gebündelt, statt je BANF einzeln bearbeitet.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Nach der letzten Freigabe geht die Bestellung automatisch heraus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Zahl der manuell bearbeiteten Bestellungen und die Durchlaufzeit halbieren sich.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Sachkonto stehen bei der Anforderung fest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Bestellungen entstehen in Business Central, der Wareneingang ist buchbar.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Business Central bleibt führend, ohne Doppelarbeit und ohne PDF-Ablage.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Budgets je Kategorie und Nutzer begrenzen Ausgaben im Vorfeld (Compliance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Ausgaben sind nach Warengruppe und Lieferant auswertbar (Analytics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indirekte Einkauf wird steuerbar, der Einkauf gewinnt Zeit für Strategie.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Dörrenberg gibt die Bedarfserfassung an die Anforderer zurück, halbiert Durchlaufzeit und manuellen Bestellaufwand im Einkauf und behält Business Central als führendes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50 Bestellungen pro Monat, nur die vom Einkauf bearbeiteten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400 Mitarbeitende, ca. 30 Anforderer als Nutzer, Einkauf 3 Mitarbeiter und 1 Azubi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Materialnummer nur in ca. 5% der BANF-Fälle vorhanden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Ziel: 70 bis 75% autonomer Beschaffungsprozess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bidirektionale Schnittstelle zu Business Central ist noch zu spezifizieren.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IT und IT-Security sind noch nicht eingebunden.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Onboarding inklusive Schnittstelle dauert nach heutiger Planung ca. 6 Wochen.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Im Testaccount prüfen Sie den Ablauf mit eigenen Bedarfen, im Follow-up ordnen wir Preise und Schnittstelle gemeinsam ein.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vereinbaren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