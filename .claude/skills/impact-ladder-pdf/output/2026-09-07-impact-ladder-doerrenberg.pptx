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ivebuy.com/kontak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4000" y="1512000"/>
            <a:ext cx="10824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1FF45"/>
                </a:solidFill>
                <a:latin typeface="DM Sans"/>
              </a:rPr>
              <a:t>IMPACT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4000" y="2016000"/>
            <a:ext cx="8640000" cy="21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Frank Ruhl Libre"/>
              </a:rPr>
              <a:t>Was Hivebuy für Dörrenberg bewirkt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4000" y="4464000"/>
            <a:ext cx="8640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Erstellt für Benjamin Enns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M Sans"/>
              </a:rPr>
              <a:t>Basierend auf unserem Gespräch am 07.09.2026</a:t>
            </a:r>
          </a:p>
          <a:p>
            <a:pPr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E3E9E7"/>
                </a:solidFill>
                <a:latin typeface="DM Sans"/>
              </a:rPr>
              <a:t>Stand: 07.09.2026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AKTUELLE OPTIMIERUNGSPOTENZIALE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117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Jede Bestellung wird von Hand zusammengebaut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Rund 50 Bestellungen im Monat laufen einzeln durch den Einkauf.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4000" y="223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4000" y="223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6000" y="243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Vier Positionen bedeuten vier BANF-Nummern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Positionen eines Lieferanten lassen sich heute nicht bündeln.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49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49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369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Freigabe läuft über PDF und Archivordner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Bestellung speichern, ablegen, freigeben, per Mail versenden, alles manuell.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4000" y="4752000"/>
            <a:ext cx="10824120" cy="10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4000" y="4752000"/>
            <a:ext cx="57600" cy="1044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950000"/>
            <a:ext cx="1032012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04540"/>
                </a:solidFill>
                <a:latin typeface="DM Sans"/>
              </a:rPr>
              <a:t>Hohe Maverick-Buying-Quote</a:t>
            </a:r>
          </a:p>
          <a:p>
            <a:pPr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3E5B56"/>
                </a:solidFill>
                <a:latin typeface="DM Sans"/>
              </a:rPr>
              <a:t>Anforderer haben keinen einfachen Weg, Bedarfe im System einzustellen.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WIE OPTIMIERT HIVEBUY DEN PROZESS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00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Anforderer starten über Link und SSO, ohne Schulung (Intake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Drei Bestellwege: Punchout, interne Kataloge und Freitext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Freitext ersetzt die Mail an den Einkauf, aber bereits kontiert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 und Sachkonto stehen am Anfang des Prozesses fest (Accounting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Mehrstufige Freigaben mit Kommentarfunktion und Budgetcheck (Approval Agent)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4060" y="1296000"/>
            <a:ext cx="4620060" cy="46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Automatischer Bestellversand an den Lieferanten nach der letzten Freigabe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 wird in Business Central angelegt, BC bleibt führendes System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Wareneingang buchbar in Hivebuy oder im ERP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Freigaben direkt aus MS Teams heraus (MS Teams Agent)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Preisvergleich über die angebundenen Plattformen direkt in Hivebuy (Comparison Agent)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BEDARFSTRÄGER UND DEN EINKAUF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Mitarbeitende / Bedarfsträger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Bedarfe werden über Link oder SSO ohne Schulung eingestellt (Intake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Punchout, interne Kataloge und Freitext deckten auch Dienstleistungen ab.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einfache Weg ist der richtige Weg, damit sinkt das Maverick Buying.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Einkauf /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Positionen eines Lieferanten werden gebündelt, statt je BANF einzeln bearbeitet.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Nach der letzten Freigabe geht die Bestellung automatisch heraus (Approval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Die Zahl der manuell bearbeiteten Bestellungen und die Durchlaufzeit halbieren sich.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VORTEILE FÜR FINANCE &amp; CONTROLLING UND DIE GESCHÄFTSFÜHRUNG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600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000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Finance / Controlling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Kostenstelle und Sachkonto stehen bei der Anforderung fest (Accounting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Bestellungen entstehen in Business Central, der Wareneingang ist buchbar.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600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Business Central bleibt führend, ohne Doppelarbeit und ohne PDF-Ablage.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060" y="972000"/>
            <a:ext cx="5268060" cy="53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0060" y="972000"/>
            <a:ext cx="57600" cy="5310000"/>
          </a:xfrm>
          <a:prstGeom prst="rect">
            <a:avLst/>
          </a:prstGeom>
          <a:solidFill>
            <a:srgbClr val="228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060" y="1224000"/>
            <a:ext cx="396000" cy="396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1FF45"/>
                </a:solidFill>
                <a:latin typeface="DM San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6060" y="1260000"/>
            <a:ext cx="4260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04540"/>
                </a:solidFill>
                <a:latin typeface="Frank Ruhl Libre"/>
              </a:rPr>
              <a:t>Geschäftsführung /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1980000"/>
            <a:ext cx="4764060" cy="343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Budgets je Kategorie und Nutzer begrenzen Ausgaben im Vorfeld (Compliance Agent).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204540"/>
                </a:solidFill>
                <a:latin typeface="DM Sans"/>
              </a:rPr>
              <a:t>•  Ausgaben sind nach Warengruppe und Lieferant auswertbar (Analytics Agent).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060" y="5490000"/>
            <a:ext cx="792000" cy="252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204540"/>
                </a:solidFill>
                <a:latin typeface="DM Sans"/>
              </a:rP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60" y="5472000"/>
            <a:ext cx="382806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E5B56"/>
                </a:solidFill>
                <a:latin typeface="DM Sans"/>
              </a:rPr>
              <a:t>Der indirekte Einkauf wird steuerbar, der Einkauf gewinnt Zeit für Strategie.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4000" y="576000"/>
            <a:ext cx="10824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28C7D"/>
                </a:solidFill>
                <a:latin typeface="DM Sans"/>
              </a:rPr>
              <a:t>ZUSAMMENFASSUNG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4000" y="972000"/>
            <a:ext cx="10824120" cy="1584000"/>
          </a:xfrm>
          <a:prstGeom prst="roundRect">
            <a:avLst>
              <a:gd name="adj" fmla="val 6000"/>
            </a:avLst>
          </a:prstGeom>
          <a:solidFill>
            <a:srgbClr val="20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4000" y="972000"/>
            <a:ext cx="72000" cy="1584000"/>
          </a:xfrm>
          <a:prstGeom prst="rect">
            <a:avLst/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4000" y="1260000"/>
            <a:ext cx="10104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Frank Ruhl Libre"/>
              </a:rPr>
              <a:t>Dörrenberg gibt die Bedarfserfassung an die Anforderer zurück, halbiert Durchlaufzeit und manuellen Bestellaufwand im Einkauf und behält Business Central als führendes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ZAHLENBASIS AUS DEM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50 Bestellungen pro Monat, nur die vom Einkauf bearbeiteten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ca. 400 Mitarbeitende, ca. 30 Anforderer als Nutzer, Einkauf 3 Mitarbeiter und 1 Azubi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Materialnummer nur in ca. 5% der BANF-Fälle vorhanden (belegt)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Ziel: 70 bis 75% autonomer Beschaffungsprozess (annahme)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2060" y="2844000"/>
            <a:ext cx="519606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28C7D"/>
                </a:solidFill>
                <a:latin typeface="DM Sans"/>
              </a:rPr>
              <a:t>ANNAHMEN UND OFFENE PUNKTE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2060" y="3168000"/>
            <a:ext cx="5196060" cy="16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Die bidirektionale Schnittstelle zu Business Central ist noch zu spezifizieren.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IT und IT-Security sind noch nicht eingebunden.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3E5B56"/>
                </a:solidFill>
                <a:latin typeface="DM Sans"/>
              </a:rPr>
              <a:t>•  Onboarding inklusive Schnittstelle dauert nach heutiger Planung ca. 6 Wochen.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4000" y="5706000"/>
            <a:ext cx="1082412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904000"/>
            <a:ext cx="758412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4540"/>
                </a:solidFill>
                <a:latin typeface="DM Sans"/>
              </a:rPr>
              <a:t>Im Testaccount prüfen Sie den Ablauf mit eigenen Bedarfen, im Follow-up ordnen wir Preise und Schnittstelle gemeinsam ein.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120" y="5868000"/>
            <a:ext cx="2232000" cy="360000"/>
          </a:xfrm>
          <a:prstGeom prst="roundRect">
            <a:avLst>
              <a:gd name="adj" fmla="val 6000"/>
            </a:avLst>
          </a:prstGeom>
          <a:solidFill>
            <a:srgbClr val="F1F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04540"/>
                </a:solidFill>
                <a:latin typeface="DM Sans"/>
                <a:hlinkClick r:id="rId2"/>
              </a:rPr>
              <a:t>Folgetermin vereinbaren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