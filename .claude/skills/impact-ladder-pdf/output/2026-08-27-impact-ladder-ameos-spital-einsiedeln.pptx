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AMEOS Spital Einsiedeln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Gaby Zollinger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26.05.2026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27.08.2026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Anträge laufen auf Papier und als PDF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Bedarfsanforderungen kommen in PDF- oder Papierform und werden anschließend vom Einkauf geprüft.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Freigaben hängen an der Kommissionssitzung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Ein Gremium bewertet die Notwendigkeit, von der Investition bis zum Verbrauchsmaterial.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Investitionsprozess ohne definierten Workflow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Der Wunsch nach klaren Schritten war der einzige konkret genannte Punkt im Gespräch.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Umgehungen sind noch nicht ausgeschlossen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Sie kommen seltener vor, sind aber weiterhin möglich.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Nutzerfreundliche Alternative zu SAP für Endnutzer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Standardisierter Bestellprozess für alle Mitarbeitenden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 Datenübertragung an SAP, SAP bleibt führendes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Preisvergleich zwischen verschiedenen Lieferanten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Microsoft-Teams-Integration möglich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Vollständige Kostenstellen- und Sachkonto-Zuordnung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Bedarf über eine Oberfläche anfordern, auch aus Microsoft Teams heraus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Der Status kommt automatisch, Nachfragen im Einkauf entfallen (Status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Ein Weg für alle Mitarbeitenden, ohne SAP-Kenntnisse und ohne Papierantrag.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Anträge kommen vollständig an, die Prüfung startet ohne Rückfragen (Category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nach festen Regeln, die Kommissionssitzung entscheidet nur noch die echten Fälle (Approval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Einkauf prüft statt zu sammeln, Umgehungen werden vom System ausgeschlossen.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 und Sachkonto entstehen bei der Anforderung, nicht in der Buchhaltung (Accounting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Die Daten laufen automatisch nach SAP, das bestehende Rechnungssystem bleibt unberührt.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Saubere Kontierung ab dem ersten Schritt, kein zweites Rechnungsprojekt nötig.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 definierter Investitionsworkflow mit klaren Schritten und dokumentierten Entscheidungen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Volumen je Lieferant über die Standorte hinweg sichtbar als Basis für Bündelung (Savings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Investitionsprozess wird nachvollziehbar, auch gegenüber dem strategischen Einkauf.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Ein akuter Schmerz wurde im Gespräch nicht genannt, der aktuelle Prozess funktioniert. Der Nutzen liegt vor dem ERP: ein Weg für alle Anforderer statt Papier und PDF, und ein Investitionsprozess mit definierten Schritten, während SAP führendes System bleibt.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Standort Einsiedeln mit rund 350 Mitarbeitenden, viele Teilzeitstellen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Sieben Personen im Bereich: vier Apotheke, drei Einkauf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Drei Standorte in der Schweiz: Einsiedeln, Brunnen, Zug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Anzahl Bestellungen pro Monat (annahme)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finale Entscheidung liegt beim strategischen Einkauf in Deutschland, nicht am Standort.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Migration auf S4HANA läuft, der Zeitpunkt für ein zusätzliches Tool ist offen.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Die einkaufsspezifischen Unterlagen inklusive SAP-Referenzen gehen an den strategischen Einkauf in Deutschland.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Bewertung durch den strategischen Einkauf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