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1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hivebuy.com/kontak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4000" y="1512000"/>
            <a:ext cx="108241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1FF45"/>
                </a:solidFill>
                <a:latin typeface="DM Sans"/>
              </a:rPr>
              <a:t>IMPACT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4000" y="2016000"/>
            <a:ext cx="864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Frank Ruhl Libre"/>
              </a:rPr>
              <a:t>Was Hivebuy für Sonplas bewirkt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4000" y="4464000"/>
            <a:ext cx="86400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M Sans"/>
              </a:rPr>
              <a:t>Erstellt für Ewald Geiger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M Sans"/>
              </a:rPr>
              <a:t>Basierend auf unserem Gespräch am 26.08.2026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E3E9E7"/>
                </a:solidFill>
                <a:latin typeface="DM Sans"/>
              </a:rPr>
              <a:t>Stand: 26.08.2026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AKTUELLE OPTIMIERUNGSPOTENZIALE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117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Lieferscheine laufen über Scan und Handarbeit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Jeder Lieferschein wird gescannt, ins DMS importiert und der Bestellung von Hand zugeordnet.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4000" y="223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4000" y="223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6000" y="243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Auftragsbestätigungen werden manuell abgeglichen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Artikeldaten und Liefertermine werden Position für Position geprüft, bei großen Mengen zeitaufwendig.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000" y="349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4000" y="349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6000" y="369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Rechnungen laufen noch physisch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Ausdruck, Stempel und Tacker, kein digitaler Freigabe-Workflow und keine digitale Ablage.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4000" y="475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4000" y="475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000" y="495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Zwei getrennte Wege in die Anforderung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Mit ERP-Zugang direkt im ERP, ohne Zugang über das eigene Tool, der Einkauf matcht die Felder nach.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WIE OPTIMIERT HIVEBUY DEN PROZESS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" y="1296000"/>
            <a:ext cx="4620060" cy="46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Freitextbestellung für Artikel, die sich nicht standardisieren lassen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Kostenstelle, Kostenträger und Sachkonto werden bei der Anforderung hinterlegt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Ein Weg für alle Anforderer, auch ohne ERP-Zugang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Freigaben nach festen Kriterien, auch direkt aus Microsoft Teams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Lieferantenauswahl und Preisvergleich auf einer Oberfläche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4060" y="1296000"/>
            <a:ext cx="4620060" cy="46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Angebote hochladen und per KI in eine Bestellung überführen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Wareneingangsbestätigung und Lieferschein-Upload im Tool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Schnittstelle ins bestehende ERP, das ERP bleibt führend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AB-Matching und Rechnungs-Matching sind in Entwicklung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Auswertung über den indirekten Bedarf, der heute nirgends zusammenläuft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VORTEILE FÜR BEDARFSTRÄGER UND DEN EINKAUF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Mitarbeitende / Bedarfsträger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Anforderung über eine Oberfläche, auch ohne ERP-Zugang (Intake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Status kommt automatisch, Nachfragen im Anforderungstool entfallen (Status Agent).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00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600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Ein Weg statt zwei, unabhängig davon wer einen ERP-Zugang hat.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06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606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Einkauf / Administration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06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Felder kommen vollständig an, das Nachmatchen im Einkauf entfällt (Category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Freigaben regelbasiert nach Wert und Warengruppe, auch aus Teams (Approval Agent).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06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206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Der Einkauf prüft statt zu ergänzen, die Pappenheimer-Regel wird zur Systemregel.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VORTEILE FÜR FINANCE &amp; CONTROLLING UND DIE GESCHÄFTSFÜHRUNG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Finance / Controlling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Kontierung entsteht bei der Anforderung, nicht erst in der Buchhaltung (Accounting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Wareneingang und Lieferschein am Vorgang, AB- und Rechnungs-Matching in Entwicklung.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00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600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Der Beleg hängt am Vorgang, der Weg zur digitalen Ablage wird kürzer.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06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606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Geschäftsführung /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06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Der indirekte Bedarf wird erstmals auswertbar, getrennt vom Projektgeschäft (Analytics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Volumen je Lieferant sichtbar als Basis für Bündelung (Savings Agent).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06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206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Transparenz über den Teil der Beschaffung, der heute an keiner Stelle zusammenläuft.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ZUSAMMENFASSUNG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10824120" cy="1584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72000" cy="1584000"/>
          </a:xfrm>
          <a:prstGeom prst="rect">
            <a:avLst/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000" y="1260000"/>
            <a:ext cx="1010412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Frank Ruhl Libre"/>
              </a:rPr>
              <a:t>Der Kern Ihres aktuellen Projekts, das Auslesen von AB, Lieferschein und Rechnung, ist bei uns in Entwicklung. Vor dem ERP dagegen können wir heute helfen: ein Weg für alle Anforderer und ein Freigabeprozess mit Regeln statt Erfahrungswissen.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2844000"/>
            <a:ext cx="519606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8C7D"/>
                </a:solidFill>
                <a:latin typeface="DM Sans"/>
              </a:rPr>
              <a:t>ZAHLENBASIS AUS DEM GESPRÄCH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3168000"/>
            <a:ext cx="519606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368 Mitarbeitende, Sondermaschinenbau in Unikatfertigung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Zwei Anforderungswege: ERP und eigenes Tool mit ERP-Schnittstelle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Rechnungsprozess heute physisch, ohne digitale Ablage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Bestellungen pro Monat im indirekten Bedarf (annahme)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2060" y="2844000"/>
            <a:ext cx="519606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8C7D"/>
                </a:solidFill>
                <a:latin typeface="DM Sans"/>
              </a:rPr>
              <a:t>ANNAHMEN UND OFFENE PUNKTE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2060" y="3168000"/>
            <a:ext cx="519606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Der finale Entscheider für eine neue Lösung ist noch nicht benannt.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Anzahl der Bestellungen pro Monat und der künftigen Nutzer wurde nicht genannt.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4000" y="5706000"/>
            <a:ext cx="1082412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0" y="5904000"/>
            <a:ext cx="758412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04540"/>
                </a:solidFill>
                <a:latin typeface="DM Sans"/>
              </a:rPr>
              <a:t>Wir melden uns zum Jahresende erneut, wenn Ihr Projekt zu AB, Lieferschein und Rechnung abgeschlossen ist.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120" y="5868000"/>
            <a:ext cx="2232000" cy="360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4540"/>
                </a:solidFill>
                <a:latin typeface="DM Sans"/>
                <a:hlinkClick r:id="rId2"/>
              </a:rPr>
              <a:t>Wiedervorlage zum Jahresende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