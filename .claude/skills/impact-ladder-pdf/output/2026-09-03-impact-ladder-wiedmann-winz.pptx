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Wiedmann &amp; Winz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Luis Kottmann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03.09.2026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03.09.2026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Jede Abteilung bestellt nach eigenem Muster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Werkstatt, Büro und IT arbeiten mit historisch gewachsenen Abläufen.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Preisvergleich läuft von Hand bei 2 bis 4 Anbietern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Für jede Bestellung werden Angebote einzeln gesucht und verglichen.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Gleiche Teile kosten je Lieferant sehr unterschiedlich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Beispiel aus dem Gespräch: 450 Euro für ein Werkzeug, anderswo 225 Euro.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Keine Übersicht über die Gesamtausgaben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Ausgaben nach Lieferant und Warengruppe sind heute nicht auswertbar.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Eine Anlaufstelle für alle Abteilungen, für Werkstatt, Büro und IT (Intake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Integrierte Punch-out-Kataloge für die bestehenden und langjährigen Lieferanten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Preisvergleich zwischen den angebundenen Lieferanten direkt im System (Comparison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Kostenstelle, Sachkonto und Lieferadresse werden bereits bei der Anforderung hinterlegt (Category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Strukturierte Freigaben nach Wert, Warengruppe und Kostenstelle (Approval Agent)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 direkt aus MS Teams heraus, ohne Systemwechsel (MS Teams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dokumentieren, inklusive Lieferschein und Schadensmeldung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Übergabe der Bestelldaten an d.velop D3, Rechnungen können dunkel durchlaufen (Invoice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Auswertung der Ausgaben nach Lieferant, Warengruppe und Zeitraum (Analytics Agent)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Leitplanken im System halten Bestellungen im freigegebenen Rahmen (Compliance Agent)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werden direkt im System angefordert, die Mail ins Sekretariat entfällt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und Statusinfos laufen über MS Teams (MS Teams Agent, 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Weg vom Bedarf zur Bestellung ist in allen Abteilungen derselbe und bleibt kurz.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Der Preisvergleich zwischen den angebundenen Lieferanten passiert im System (Comparison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laufen regelbasiert, die Bestellung löst danach automatisch aus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Suchen, Vergleichen und Bestellen von Hand entfällt für den Großteil der Bestellungen.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Kostenstelle, Sachkonto und Lieferadresse stehen schon bei der Anforderung fest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Bestelldaten gehen an d.velop D3, Rechnungen mit Bestellbezug laufen ohne Eingriff durch (Invoice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Rechnungen werden nur noch bei Abweichungen von Hand geprüft.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nach Lieferant, Warengruppe und Zeitraum sind jederzeit auswertbar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Leitplanken im System halten Bestellungen im freigegebenen Rahmen (Compliance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Zahlen für den Business Case entstehen im laufenden Betrieb, nicht durch Nachfragen.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Wiedmann &amp; Winz erhält einen einheitlichen Bestellweg für alle Abteilungen, der Preisvergleich läuft im System statt von Hand, und die Ausgaben werden nach Lieferant und Warengruppe auswertbar.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10 Nutzer würden im System arbeiten, Schätzung aus dem Gespräch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Preisvergleich heute bei 2 bis 4 Anbietern pro Bestellung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Einzelne Vorgänge mit 4.000 bis 10.000 Euro Einkaufsvolumen genannt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Einsparung durch Bündelung und systemgestützten Preisvergleich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Anzahl der Bestellungen pro Monat und indirektes Einkaufsvolumen sind noch offen.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Das angepasste Angebot ohne ERP-Schnittstelle steht noch aus.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Ein freier Preisvergleich im offenen Internet ist heute nicht möglich.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Im Testzugang sehen Sie den Ablauf mit Ihren eigenen Bedarfen, im Folgetermin am 24. September ordnen wir die Zahlen gemeinsam ein.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