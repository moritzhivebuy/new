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NAVAX Software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Josef Pichler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20.08.2026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20.08.2026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Medienbrüche zwischen Jira, E-Mail und ERP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Bedarfe entstehen als Ticket, laufen per E-Mail weiter und werden im ERP erneut erfasst.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Der Prozess hängt an einer Person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Bestellung und Rechnungsfreigabe laufen allein über Herrn Pichler, im Urlaub bleibt alles liegen.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Kein Audit-Trail für Nachweispflichten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Wer wann was bestellt und freigegeben hat, ist nachträglich nicht belegbar.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Sieben Gesellschaften, kein gemeinsamer Standard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Deutschland und Österreich arbeiten unterschiedlich, Verträge liegen nicht systematisch 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Zentrale Plattform als erste Instanz für alle Bedarfsanforderungen, ersetzt die Jira-Tickets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Anforderung inklusive Kostenstelle, Warengruppe und Sachkonto direkt im System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Lieferanten zentral administriert: Webshops, Punch-out und Freitext für Einmalbedarfe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Digitaler Freigabeprozess mit vollständigem Audit-Trail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Konfigurierbare Vertretungsregeln, Freigaben laufen auch im Urlaub weiter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zusätzlich direkt in Microsoft Teams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Schnittstelle zu Business Central: Bestellungen im ERP, Rechnungen automatisch gematcht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Automatische Freigabe wiederkehrender, gleichbleibender Rechnungspositionen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SSO über Microsoft Active Directory, Deaktivierung wirkt sofort in Hivebuy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Vertragsmanagement mit Katalogartikeln und Erinnerung an Verlängerung und Kündigungsfrist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Bedarfe werden strukturiert und vollständig erfasst, statt als Jira-Ticket und E-Mail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Anfragen und Freigaben laufen direkt in Microsoft Teams, der Status ist jederzeit sichtbar (MS Teams Agent, Status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Auch wer selten bestellt, findet den Weg ohne Schulung und ohne Rückfragen.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regelbasiert nach Betrag, Warengruppe und Gesellschaft, mit konfigurierbarer Vertretung (Approval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Verträge zentral hinterlegt, mit Erinnerung an Verlängerung und Kündigungsfrist (Contract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täglichen ein bis zwei Stunden Handarbeit entfallen, der Prozess läuft auch im Urlaub weiter.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Kostenstelle, Warengruppe und Sachkonto werden bereits bei der Anforderung vorbelegt (Category Agent, 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Bestellungen entstehen in Business Central, Rechnungen werden automatisch zugeordnet, wiederkehrende Positionen laufen ohne Handgriff (Invoice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Medienbruch zum ERP verschwindet, auch bei Rechnungen mit bis zu 300 Positionen.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 Standard und eine Auswertung über alle sieben Gesellschaften in Deutschland und Österreich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Vollständiger Audit-Trail für ISO 27001, DSGVO und die Nachweispflichten im Bankenumfeld (Compliance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Nachweise sind auf Knopfdruck belegbar, der Einkauf ist nicht länger von einer Person abhängig.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Hivebuy löst die manuelle Kette aus Ticket, E-Mail und ERP-Nacherfassung auf, macht Freigaben und Vertretungen digital nachvollziehbar und schafft über die Business-Central-Anbindung einen gemeinsamen Standard für alle sieben Gesellschaften.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300 bis 350 Mitarbeitende, 7 Gesellschaften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100 bis 150 künftige Nutzer im System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 bis 2 Stunden manuelle Einkaufsarbeit pro Tag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ERP Microsoft Dynamics 365 Business Central, Ticketsystem Jira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Rechnungen mit bis zu 300 Positionen, ca. 20 davon variabel (belegt)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Anzahl der Bestellungen pro Monat wurde nicht genannt.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Der finale Entscheider in der Geschäftsleitung ist nicht benannt.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Der Zeitpunkt für die Einbindung Österreichs ist offen.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Der Aufwand der IT für Schnittstelle und SSO ist nicht geschätzt.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Im Folgetermin am 3. September gehen wir Testzugang, Angebot und die Einbindung Ihrer IT gemeinsam durch.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vereinbaren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