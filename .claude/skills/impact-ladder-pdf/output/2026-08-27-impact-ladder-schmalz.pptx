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Schmalz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Tanja Keck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27.08.2026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27.08.2026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Warengruppen passen nicht zur i-Class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Die Zuordnung in Onventis trifft die internen i-Class-Vorgaben nicht, dadurch entsteht fehlerhafte Kontierung und Nacharbeit.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Zu wenige Webshops angebunden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Mitarbeitende sehen nicht, wo ein Artikel am günstigsten verfügbar 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Manuelle Kontierung bei Angeboten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Positionen aus Angeboten werden von Hand eingetragen, das kostet Zeit und ist fehleranfällig.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Sehr unterschiedliche Nutzergruppen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Ein Teil will moderne Funktionen, ein anderer nur statische Kataloge. Ein einheitlicher Prozess ist schwer durchzusetzen.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Warengruppen mit i-Class-Werten verknüpft, Sachkonto kommt automatisch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54 bis 59 integrierte Webshops, weitere in rund drei Stunden anbindbar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KI-Suche in natürlicher Sprache zeigt das günstigste Angebot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Angebots-Upload kontiert alle Positionen vor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Felder und Freigabeprozesse selbst konfigurierbar, keine Beraterabhängigkeit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Microsoft-Teams-Integration für Mitarbeitende ohne Systemzugang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Implementierung in rund drei Monaten, ohne separate Implementierungskosten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 in natürlicher Sprache suchen, das System zeigt das günstigste Angebot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Einstieg klassisch, über Microsoft Teams oder über statische Kataloge (Status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Jede Nutzergruppe arbeitet so, wie es zu ihr passt, ohne Schulungsaufwand.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Warengruppen sind mit den i-Class-Werten verknüpft, das Nachkorrigieren entfällt (Category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Weitere Webshops in rund drei Stunden angebunden, ohne Extrakosten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 pflegt keine Zuordnungen nach, sondern steuert Sortiment und Freigaben.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Das Sachkonto entsteht bei der Anforderung, nicht in der Buchhaltung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Angebote werden ausgelesen und vorkontiert, kein manuelles Eintippen von Positionen.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Nacharbeit an fehlerhafter Kontierung fällt weg.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Werkzeug statt einer weiteren Insel in einer überlasteten Softwarelandschaft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Preisvergleich über alle angebundenen Shops als Basis für Einsparungen (Savings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Kalkulierbare Kosten, alles inklusive, ohne separates Implementierungsprojekt.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Der Kern Ihres Problems ist die Zuordnung: Warengruppen und i-Class passen nicht zusammen, und das kostet Nacharbeit in der Buchhaltung. Genau dort setzt Hivebuy an, dazu kommen mehr angebundene Shops und ein Zugang, der zu jeder Nutzergruppe passt.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500 aktive von 1.000 lizenzierten Onventis-Nutzern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Knapp unter 1.000 Mitarbeitende am Hauptstandort, weltweit rund 1.600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ERP Abas, Onventis für den indirekten Einkauf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Bestellungen pro Monat und Zeitaufwand für die manuelle Kontierung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Der finale Entscheider für Softwareinvestitionen wurde nicht benannt.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IT ist noch nicht eingebunden, IT-Security bei Datenschutz und KI-Anbindung ist offen.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laufenden Onventis-Kosten sind nicht bekannt, ein Kostenvergleich fehlt daher noch.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Folgetermin in der Woche ab dem 1. September, mit der Kollegin aus dem Einkauf und einer tieferen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bestätigen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